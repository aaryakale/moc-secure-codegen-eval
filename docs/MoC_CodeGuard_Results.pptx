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UPDATE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MoC transfer?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SVEN-trained MoC steering on the CodeGuard+ benchmark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 Kale</a:t>
            </a:r>
            <a:pPr indent="0" marL="0">
              <a:buNone/>
            </a:pPr>
            <a:r>
              <a:rPr lang="en-US" sz="1400" dirty="0">
                <a:solidFill>
                  <a:srgbClr val="9D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Qwen2.5-Coder-7B   ·   9 SVEN CWEs (Python + C)   ·   last-layer steering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set out to answer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4663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is not a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forward-hook that steers a base code LLM at inference time.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9 per-CWE linear probes + correction vectors, all trained on the SVEN dataset.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“harden” nudges the hidden state toward ‘secure’; the model weights never change.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5577840" cy="224028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8745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MoC's SVEN-trained correction vectors still help on a benchmark it never saw?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126480" y="3703320"/>
            <a:ext cx="557784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CodeGuard+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429768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security AND functionality on the same task — a joint metric.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family of security eval MoC does (CodeQL).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SVEN is already a baseline there — MoC drops in cleanly.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→ CodeGuard+  ·  Qwen2.5-Coder-7B  ·  June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tested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can't be handed to CodeGuard+ as a “model” — so we reuse its evaluator and bypass only its generator.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11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CodeGuard+ prompts (file + func context) → MoC prompt JSONL.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23360" y="1828800"/>
            <a:ext cx="548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3611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1031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moc_generate.py twice: off (baseline) and harden (MoC steering), on the GPU.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38160" y="1828800"/>
            <a:ext cx="548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686800" y="1828800"/>
            <a:ext cx="3611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0" y="2103120"/>
            <a:ext cx="731520" cy="7315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6112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+ Score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completions into CodeGuard+'s layout; run its own CodeQL + unit tests.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11247120" cy="128016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configuration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scenarios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(MoC's 9 CWEs, Python + C)    </a:t>
            </a:r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(normal vector)    </a:t>
            </a:r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last-layer steering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(matches MoC paper RQ4)    </a:t>
            </a:r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@1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decoding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→ CodeGuard+  ·  Qwen2.5-Coder-7B  ·  June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off vs. harden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prompts, same model, same evaluator — the only change is whether MoC steering is on.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492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137160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(baseline)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 (MoC)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pass@1 (functional)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sec_rate (secure / parsed)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sec-pass@1 (secure AND correct)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45920"/>
            <a:ext cx="4389120" cy="265176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sec-pass@1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89520" y="2240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DB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54.8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51.6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589520" y="3383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−3.2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steering 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4617720"/>
            <a:ext cx="11247120" cy="1325880"/>
          </a:xfrm>
          <a:prstGeom prst="rect">
            <a:avLst/>
          </a:prstGeom>
          <a:solidFill>
            <a:srgbClr val="FBF1DE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4617720"/>
            <a:ext cx="91440" cy="13258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5120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out-of-distribution, MoC steering slightly LOWERED both security and functionality. Deltas are small because off ≈ harden on most scenarios — the steering barely moved the greedy outputs.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→ CodeGuard+  ·  Qwen2.5-Coder-7B  ·  June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the original MoC paper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apples-to-apples — different dataset, different distribution. That's exactly what makes it a transfer test.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548640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PAPER  ·  IN-DISTRIBUTION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SVEN test set · CodeQL + HumanEval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+8.9%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security rate (SRh, Qwen2.5-Coder)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HumanEval pass@1 (functionality)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4480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functionality measured on separate datasets.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486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645920"/>
            <a:ext cx="5486400" cy="32918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6459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RUN  ·  OUT-OF-DISTRIBUTION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CodeGuard+ · method n · joint metric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560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−3.2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security rate (sec_rate)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4652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−3.0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pass@1 (functionality)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46520" y="4480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on the SAME tasks — the joint sec-pass@1 MoC's paper never reports.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gains are in-distribution; the SVEN vectors did not carry that gain over to CodeGuard+ with method 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→ CodeGuard+  ·  Qwen2.5-Coder-7B  ·  June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gap — and caveats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0607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91440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9961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1499616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CodeGuard+ prompts differ from SVEN; the probes/vectors were tuned on SVEN's hidden states.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542032"/>
            <a:ext cx="11247120" cy="10607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42032"/>
            <a:ext cx="91440" cy="10607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7004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correction method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267004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method n. The paper found the dynamic NN method (t) best on 7B — we haven't tried it yet.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712464"/>
            <a:ext cx="11247120" cy="10607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712464"/>
            <a:ext cx="91440" cy="10607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is NOT the issue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MoC's RQ4 found the last block best, so last-layer steering matches the paper.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882896"/>
            <a:ext cx="11247120" cy="10607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882896"/>
            <a:ext cx="91440" cy="10607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109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Base-completion artifacts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0" y="501091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 completions don't compile and are excluded from the security denominator (n_sec_eval &lt; 33).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→ CodeGuard+  ·  Qwen2.5-Coder-7B  ·  June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test better —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correction   </a:t>
            </a:r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method t (dynamic NN) — the paper's best on 7B — and r (PCA-normal).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377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benchmark   </a:t>
            </a:r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103 CodeGuard+ scenarios; route non-compiling outputs to non_parsed for a faithful denominator.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samples   </a:t>
            </a:r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(n≥2k) for secure-pass@k, not just greedy @1.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CWEval   </a:t>
            </a:r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dynamic-execution eval (func-sec@1) once Docker/Apptainer on hopper is confirmed.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solidFill>
            <a:srgbClr val="15324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532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works end-to-end and yields the joint metric MoC's paper lacks; last-layer + method n gives a small negative transfer — a clean baseline to beat with method 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 on CodeGuard+</dc:title>
  <dc:subject>PptxGenJS Presentation</dc:subject>
  <dc:creator>Aarya Kale</dc:creator>
  <cp:lastModifiedBy>Aarya Kale</cp:lastModifiedBy>
  <cp:revision>1</cp:revision>
  <dcterms:created xsi:type="dcterms:W3CDTF">2026-06-09T17:18:00Z</dcterms:created>
  <dcterms:modified xsi:type="dcterms:W3CDTF">2026-06-09T17:18:00Z</dcterms:modified>
</cp:coreProperties>
</file>